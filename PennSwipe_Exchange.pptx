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7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2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44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CE443-E569-52E9-2A54-06C73343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87135-5379-13E0-2509-1B0069CD8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99CAD-833E-463A-1F68-3D923B76A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DCC77-A0EB-EA5A-FDA2-CCF28FDAF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25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A1A8-A4AB-B31B-6273-4D6F5AAA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843A5-58EA-5AE3-6442-FD52906B2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C74AF-CFF6-0B5C-7BBC-20C35BCBB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3126F-FA6D-03F9-5CBA-69F6EAC04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85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ennswipe-exchange.vercel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PennSwipe Exchange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bid/ask marketplace for Penn dining swipes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(Chuyue Wang)   |   CIS 1962 Final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 students on residential dining plans end the semester with mismatched swipes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have surplus swipes about to expire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run out and need more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solution: disorganized GroupMe chats and word of mouth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discovery, no fairness, no record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</a:p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(this may not be allowed by school </a:t>
            </a:r>
            <a:r>
              <a:rPr lang="en-US" sz="3000" b="1" kern="0" spc="-50" dirty="0" err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</a:t>
            </a: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lol)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limit order book for swipes, priced in Dining Dollars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post bids (max price they'll pay)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post asks (min price they'll accept)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prices cross, trades execute automatically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balances are simulated in-app — easy to demo and deploy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starting balances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book (bids vs asks)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order matching engine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over WebSockets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dashboard: balances, open orders, history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trade history with price chart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UI transitions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Stack: Frontend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511576"/>
              </p:ext>
            </p:extLst>
          </p:nvPr>
        </p:nvGraphicFramePr>
        <p:xfrm>
          <a:off x="548640" y="1188720"/>
          <a:ext cx="8046720" cy="3200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Tech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Use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safety end-to-end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v6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routes (Home, Login, Register, Book, Dashboard, History, Profile)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Price-over-time 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Framer Motion    (extra credit)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Animated order rows + trade toasts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Stack: Backend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009530"/>
              </p:ext>
            </p:extLst>
          </p:nvPr>
        </p:nvGraphicFramePr>
        <p:xfrm>
          <a:off x="548640" y="1188720"/>
          <a:ext cx="8046720" cy="2743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Tech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Use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 + TypeScript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Socket.io</a:t>
                      </a: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(extra credit)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order book + trade feed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ORM    (extra credit)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Type-safe DB access + migrations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(Supabase)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Orders, Trades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bcrypt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&amp; password hashing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  Vercel (frontend)   ·   Render (backend)   ·   Supabase (DB)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The Matching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118872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order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847088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service checks the opposite side of the book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vs. asks at compatible prices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505456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match exists: both orders marked FILLED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row created, balances updated atomically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3163824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match: order rests as OPEN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the book until a counterparty arrives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3822192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broadcasts orderBookUpdate + tradeExecuted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connected client updates instantly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59E61-3064-B3F9-CC2A-7C64481F6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E0D32A-FF84-4E29-1BD5-AD54A7C1461A}"/>
              </a:ext>
            </a:extLst>
          </p:cNvPr>
          <p:cNvSpPr/>
          <p:nvPr/>
        </p:nvSpPr>
        <p:spPr>
          <a:xfrm>
            <a:off x="365760" y="-93533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-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r>
              <a:rPr lang="zh-CN" altLang="en-US" sz="2800" b="1" kern="0" spc="-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</a:t>
            </a:r>
            <a:r>
              <a:rPr lang="en" altLang="zh-CN" sz="2800" b="1" kern="0" spc="-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https://pennswipe-exchange.vercel.app/</a:t>
            </a:r>
            <a:r>
              <a:rPr lang="zh-CN" altLang="en-US" sz="2800" b="1" kern="0" spc="-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）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B9C1BB-8CB3-BC5B-F991-FE61A18E2745}"/>
              </a:ext>
            </a:extLst>
          </p:cNvPr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pic>
        <p:nvPicPr>
          <p:cNvPr id="5" name="图片 4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B992D943-89BF-31C5-1CCD-73BBEB4F2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94593"/>
            <a:ext cx="7772400" cy="433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08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B825-C21E-65B0-6874-015670A3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4033DB-00AE-A0F5-9CC2-C4D987038E7F}"/>
              </a:ext>
            </a:extLst>
          </p:cNvPr>
          <p:cNvSpPr/>
          <p:nvPr/>
        </p:nvSpPr>
        <p:spPr>
          <a:xfrm>
            <a:off x="-2172788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4C663C-1D1C-6F07-3F54-8EAC726D6EDD}"/>
              </a:ext>
            </a:extLst>
          </p:cNvPr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pic>
        <p:nvPicPr>
          <p:cNvPr id="5" name="图片 4" descr="图形用户界面, 表格&#10;&#10;AI 生成的内容可能不正确。">
            <a:extLst>
              <a:ext uri="{FF2B5EF4-FFF2-40B4-BE49-F238E27FC236}">
                <a16:creationId xmlns:a16="http://schemas.microsoft.com/office/drawing/2014/main" id="{53EB8273-546B-56EB-B94B-B3B1E263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27" y="735712"/>
            <a:ext cx="7772400" cy="440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4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172788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pic>
        <p:nvPicPr>
          <p:cNvPr id="6" name="图片 5" descr="图形用户界面, 表格&#10;&#10;AI 生成的内容可能不正确。">
            <a:extLst>
              <a:ext uri="{FF2B5EF4-FFF2-40B4-BE49-F238E27FC236}">
                <a16:creationId xmlns:a16="http://schemas.microsoft.com/office/drawing/2014/main" id="{3B52F9A7-88D9-15CB-1F32-B3AC94B47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23" y="783764"/>
            <a:ext cx="6897984" cy="43597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Reflection: What I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 part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12344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 + keeping balances consistent across two users in one transaction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Biggest win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20116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turned a static page into alive trades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5661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fills (no partial matches) kept the matcher simple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Directions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fills — let a 5-swipe ask match against a 2-swipe bid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orders — buy/sell at best available price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Penn auth (PennKey SSO) + actual swipe integration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most trades would happen on phones near dining halls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expiration &amp; price alerts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Anti-abuse: rate limiting, sybil protection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3667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(Chuyue Wang)   ·   CIS 1962 Final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5861</TotalTime>
  <Words>553</Words>
  <Application>Microsoft Macintosh PowerPoint</Application>
  <PresentationFormat>全屏显示(16:9)</PresentationFormat>
  <Paragraphs>113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PennSwipe Exchange</dc:title>
  <dc:subject>PptxGenJS Presentation</dc:subject>
  <dc:creator>Steven (Chuyue Wang)</dc:creator>
  <cp:lastModifiedBy>a5131</cp:lastModifiedBy>
  <cp:revision>3</cp:revision>
  <dcterms:created xsi:type="dcterms:W3CDTF">2026-04-23T13:21:40Z</dcterms:created>
  <dcterms:modified xsi:type="dcterms:W3CDTF">2026-04-27T17:53:41Z</dcterms:modified>
</cp:coreProperties>
</file>